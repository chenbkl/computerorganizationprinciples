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4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094"/>
        <p:guide pos="3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s 2"/>
          <p:cNvSpPr/>
          <p:nvPr/>
        </p:nvSpPr>
        <p:spPr>
          <a:xfrm>
            <a:off x="1033780" y="1275080"/>
            <a:ext cx="1851660" cy="3759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找</a:t>
            </a:r>
            <a:r>
              <a:rPr lang="en-US"/>
              <a:t>setKey: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4" name="Rectangles 3"/>
          <p:cNvSpPr/>
          <p:nvPr/>
        </p:nvSpPr>
        <p:spPr>
          <a:xfrm>
            <a:off x="213360" y="372110"/>
            <a:ext cx="3482340" cy="5067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setValue</a:t>
            </a:r>
            <a:r>
              <a:rPr lang="zh-CN" altLang="en-US"/>
              <a:t>：</a:t>
            </a:r>
            <a:r>
              <a:rPr lang="en-US" altLang="zh-CN"/>
              <a:t>forKey </a:t>
            </a:r>
            <a:r>
              <a:rPr lang="zh-CN" altLang="en-US"/>
              <a:t>先找方法</a:t>
            </a:r>
            <a:endParaRPr lang="zh-CN" altLang="en-US"/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>
            <a:off x="1954530" y="878840"/>
            <a:ext cx="0" cy="3752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1033780" y="2200910"/>
            <a:ext cx="1911350" cy="4178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找</a:t>
            </a:r>
            <a:r>
              <a:rPr lang="en-US" altLang="zh-CN"/>
              <a:t>_setKey:</a:t>
            </a:r>
            <a:r>
              <a:rPr lang="zh-CN" altLang="en-US"/>
              <a:t>方法</a:t>
            </a:r>
            <a:endParaRPr lang="zh-CN" altLang="en-US"/>
          </a:p>
        </p:txBody>
      </p:sp>
      <p:cxnSp>
        <p:nvCxnSpPr>
          <p:cNvPr id="8" name="Straight Arrow Connector 7"/>
          <p:cNvCxnSpPr>
            <a:stCxn id="3" idx="2"/>
          </p:cNvCxnSpPr>
          <p:nvPr/>
        </p:nvCxnSpPr>
        <p:spPr>
          <a:xfrm>
            <a:off x="1959610" y="1651000"/>
            <a:ext cx="0" cy="527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ectangles 8"/>
          <p:cNvSpPr/>
          <p:nvPr>
            <p:custDataLst>
              <p:tags r:id="rId1"/>
            </p:custDataLst>
          </p:nvPr>
        </p:nvSpPr>
        <p:spPr>
          <a:xfrm>
            <a:off x="894715" y="3168650"/>
            <a:ext cx="2188845" cy="4324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找</a:t>
            </a:r>
            <a:r>
              <a:rPr lang="en-US"/>
              <a:t>setI</a:t>
            </a:r>
            <a:r>
              <a:rPr lang="en-US"/>
              <a:t>sKey:</a:t>
            </a:r>
            <a:r>
              <a:rPr lang="zh-CN" altLang="en-US"/>
              <a:t>方法</a:t>
            </a:r>
            <a:endParaRPr lang="zh-CN" altLang="en-US"/>
          </a:p>
        </p:txBody>
      </p:sp>
      <p:cxnSp>
        <p:nvCxnSpPr>
          <p:cNvPr id="10" name="Straight Arrow Connector 9"/>
          <p:cNvCxnSpPr/>
          <p:nvPr>
            <p:custDataLst>
              <p:tags r:id="rId2"/>
            </p:custDataLst>
          </p:nvPr>
        </p:nvCxnSpPr>
        <p:spPr>
          <a:xfrm>
            <a:off x="1954530" y="2618740"/>
            <a:ext cx="0" cy="527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s 10"/>
          <p:cNvSpPr/>
          <p:nvPr/>
        </p:nvSpPr>
        <p:spPr>
          <a:xfrm>
            <a:off x="135890" y="4131945"/>
            <a:ext cx="3637280" cy="9423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accessInstanceVariablesD</a:t>
            </a:r>
            <a:r>
              <a:rPr lang="en-US"/>
              <a:t>irectly</a:t>
            </a:r>
            <a:endParaRPr lang="en-US"/>
          </a:p>
          <a:p>
            <a:pPr algn="ctr"/>
            <a:r>
              <a:rPr lang="zh-CN" altLang="en-US"/>
              <a:t>是否允许直接访问</a:t>
            </a:r>
            <a:r>
              <a:rPr lang="zh-CN" altLang="en-US"/>
              <a:t>成员变量</a:t>
            </a:r>
            <a:endParaRPr lang="zh-CN" altLang="en-US"/>
          </a:p>
          <a:p>
            <a:pPr algn="ctr"/>
            <a:r>
              <a:rPr lang="zh-CN" altLang="en-US"/>
              <a:t>判断</a:t>
            </a:r>
            <a:r>
              <a:rPr lang="zh-CN" altLang="en-US"/>
              <a:t>返回值</a:t>
            </a:r>
            <a:endParaRPr lang="zh-CN" altLang="en-US"/>
          </a:p>
        </p:txBody>
      </p:sp>
      <p:cxnSp>
        <p:nvCxnSpPr>
          <p:cNvPr id="12" name="Straight Arrow Connector 11"/>
          <p:cNvCxnSpPr/>
          <p:nvPr>
            <p:custDataLst>
              <p:tags r:id="rId3"/>
            </p:custDataLst>
          </p:nvPr>
        </p:nvCxnSpPr>
        <p:spPr>
          <a:xfrm>
            <a:off x="1954530" y="3594735"/>
            <a:ext cx="0" cy="527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1924685" y="6026785"/>
            <a:ext cx="846264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调用</a:t>
            </a:r>
            <a:r>
              <a:rPr lang="en-US"/>
              <a:t>setValue</a:t>
            </a:r>
            <a:r>
              <a:rPr lang="zh-CN" altLang="en-US"/>
              <a:t>：</a:t>
            </a:r>
            <a:r>
              <a:rPr lang="en-US" altLang="zh-CN"/>
              <a:t>forUndefinedKey</a:t>
            </a:r>
            <a:r>
              <a:rPr lang="zh-CN" altLang="en-US"/>
              <a:t>：并</a:t>
            </a:r>
            <a:r>
              <a:rPr lang="zh-CN" altLang="en-US"/>
              <a:t>抛出异常</a:t>
            </a:r>
            <a:endParaRPr lang="zh-CN" altLang="en-US"/>
          </a:p>
        </p:txBody>
      </p:sp>
      <p:cxnSp>
        <p:nvCxnSpPr>
          <p:cNvPr id="14" name="Straight Arrow Connector 13"/>
          <p:cNvCxnSpPr>
            <a:stCxn id="11" idx="2"/>
            <a:endCxn id="11" idx="2"/>
          </p:cNvCxnSpPr>
          <p:nvPr/>
        </p:nvCxnSpPr>
        <p:spPr>
          <a:xfrm>
            <a:off x="1954530" y="5074285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68625" y="5116195"/>
            <a:ext cx="0" cy="850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1073150" y="1782445"/>
            <a:ext cx="881380" cy="344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没找到</a:t>
            </a:r>
            <a:endParaRPr lang="zh-CN" altLang="en-US"/>
          </a:p>
        </p:txBody>
      </p:sp>
      <p:sp>
        <p:nvSpPr>
          <p:cNvPr id="17" name="Text Box 16"/>
          <p:cNvSpPr txBox="1"/>
          <p:nvPr>
            <p:custDataLst>
              <p:tags r:id="rId4"/>
            </p:custDataLst>
          </p:nvPr>
        </p:nvSpPr>
        <p:spPr>
          <a:xfrm>
            <a:off x="894715" y="2745105"/>
            <a:ext cx="881380" cy="344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没找到</a:t>
            </a:r>
            <a:endParaRPr lang="zh-CN" altLang="en-US"/>
          </a:p>
        </p:txBody>
      </p:sp>
      <p:sp>
        <p:nvSpPr>
          <p:cNvPr id="18" name="Text Box 17"/>
          <p:cNvSpPr txBox="1"/>
          <p:nvPr>
            <p:custDataLst>
              <p:tags r:id="rId5"/>
            </p:custDataLst>
          </p:nvPr>
        </p:nvSpPr>
        <p:spPr>
          <a:xfrm>
            <a:off x="894715" y="3636010"/>
            <a:ext cx="881380" cy="344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没找到</a:t>
            </a:r>
            <a:endParaRPr lang="zh-CN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2090420" y="5402580"/>
            <a:ext cx="993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NO</a:t>
            </a:r>
            <a:endParaRPr lang="en-US" altLang="zh-CN"/>
          </a:p>
        </p:txBody>
      </p:sp>
      <p:sp>
        <p:nvSpPr>
          <p:cNvPr id="20" name="Rectangles 19"/>
          <p:cNvSpPr/>
          <p:nvPr/>
        </p:nvSpPr>
        <p:spPr>
          <a:xfrm>
            <a:off x="7052310" y="2540635"/>
            <a:ext cx="3420745" cy="25336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1" idx="3"/>
          </p:cNvCxnSpPr>
          <p:nvPr/>
        </p:nvCxnSpPr>
        <p:spPr>
          <a:xfrm>
            <a:off x="3773170" y="4603115"/>
            <a:ext cx="32188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4288155" y="3982085"/>
            <a:ext cx="2188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YES</a:t>
            </a:r>
            <a:r>
              <a:rPr lang="zh-CN" altLang="en-US"/>
              <a:t>，允许直接访问</a:t>
            </a:r>
            <a:r>
              <a:rPr lang="zh-CN" altLang="en-US"/>
              <a:t>成员变量</a:t>
            </a:r>
            <a:endParaRPr lang="zh-CN" altLang="en-US"/>
          </a:p>
        </p:txBody>
      </p:sp>
      <p:sp>
        <p:nvSpPr>
          <p:cNvPr id="23" name="Rectangles 22"/>
          <p:cNvSpPr/>
          <p:nvPr>
            <p:custDataLst>
              <p:tags r:id="rId6"/>
            </p:custDataLst>
          </p:nvPr>
        </p:nvSpPr>
        <p:spPr>
          <a:xfrm>
            <a:off x="7383145" y="2618740"/>
            <a:ext cx="1983105" cy="43243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寻找成员：</a:t>
            </a:r>
            <a:r>
              <a:rPr lang="en-US" altLang="zh-CN"/>
              <a:t>_key</a:t>
            </a:r>
            <a:endParaRPr lang="en-US" altLang="zh-CN"/>
          </a:p>
        </p:txBody>
      </p:sp>
      <p:sp>
        <p:nvSpPr>
          <p:cNvPr id="27" name="Rectangles 26"/>
          <p:cNvSpPr/>
          <p:nvPr>
            <p:custDataLst>
              <p:tags r:id="rId7"/>
            </p:custDataLst>
          </p:nvPr>
        </p:nvSpPr>
        <p:spPr>
          <a:xfrm>
            <a:off x="7383145" y="3187065"/>
            <a:ext cx="2082800" cy="4184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寻找成员：</a:t>
            </a:r>
            <a:r>
              <a:rPr lang="en-US" altLang="zh-CN"/>
              <a:t>_isKey</a:t>
            </a:r>
            <a:endParaRPr lang="en-US" altLang="zh-CN"/>
          </a:p>
        </p:txBody>
      </p:sp>
      <p:sp>
        <p:nvSpPr>
          <p:cNvPr id="28" name="Rectangles 27"/>
          <p:cNvSpPr/>
          <p:nvPr>
            <p:custDataLst>
              <p:tags r:id="rId8"/>
            </p:custDataLst>
          </p:nvPr>
        </p:nvSpPr>
        <p:spPr>
          <a:xfrm>
            <a:off x="7383145" y="3872230"/>
            <a:ext cx="2082165" cy="41719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寻找成员：</a:t>
            </a:r>
            <a:r>
              <a:rPr lang="en-US" altLang="zh-CN"/>
              <a:t>key</a:t>
            </a:r>
            <a:endParaRPr lang="en-US" altLang="zh-CN"/>
          </a:p>
        </p:txBody>
      </p:sp>
      <p:sp>
        <p:nvSpPr>
          <p:cNvPr id="29" name="Rectangles 28"/>
          <p:cNvSpPr/>
          <p:nvPr>
            <p:custDataLst>
              <p:tags r:id="rId9"/>
            </p:custDataLst>
          </p:nvPr>
        </p:nvSpPr>
        <p:spPr>
          <a:xfrm>
            <a:off x="7383145" y="4556125"/>
            <a:ext cx="2082165" cy="37655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寻找成员：</a:t>
            </a:r>
            <a:r>
              <a:rPr lang="en-US" altLang="zh-CN"/>
              <a:t>isKey</a:t>
            </a:r>
            <a:endParaRPr lang="en-US" altLang="zh-CN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9647555" y="2540635"/>
            <a:ext cx="0" cy="2392045"/>
          </a:xfrm>
          <a:prstGeom prst="straightConnector1">
            <a:avLst/>
          </a:prstGeom>
          <a:ln w="63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Text Box 30"/>
          <p:cNvSpPr txBox="1"/>
          <p:nvPr/>
        </p:nvSpPr>
        <p:spPr>
          <a:xfrm>
            <a:off x="9648825" y="2540635"/>
            <a:ext cx="738505" cy="232473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/>
              <a:t>从上往下按顺序查找，找到就设</a:t>
            </a:r>
            <a:r>
              <a:rPr lang="zh-CN" altLang="en-US"/>
              <a:t>值</a:t>
            </a:r>
            <a:endParaRPr lang="zh-CN" altLang="en-US"/>
          </a:p>
        </p:txBody>
      </p:sp>
      <p:sp>
        <p:nvSpPr>
          <p:cNvPr id="33" name="Oval 32"/>
          <p:cNvSpPr/>
          <p:nvPr/>
        </p:nvSpPr>
        <p:spPr>
          <a:xfrm>
            <a:off x="3921760" y="1309370"/>
            <a:ext cx="2656840" cy="12312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找到方法直接调用或者找到成员变量直接</a:t>
            </a:r>
            <a:r>
              <a:rPr lang="zh-CN" altLang="en-US"/>
              <a:t>赋值</a:t>
            </a:r>
            <a:endParaRPr lang="zh-CN" altLang="en-US"/>
          </a:p>
        </p:txBody>
      </p:sp>
      <p:cxnSp>
        <p:nvCxnSpPr>
          <p:cNvPr id="34" name="Curved Connector 33"/>
          <p:cNvCxnSpPr>
            <a:stCxn id="3" idx="3"/>
          </p:cNvCxnSpPr>
          <p:nvPr/>
        </p:nvCxnSpPr>
        <p:spPr>
          <a:xfrm>
            <a:off x="2885440" y="1463040"/>
            <a:ext cx="1036320" cy="43624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7" idx="3"/>
            <a:endCxn id="33" idx="2"/>
          </p:cNvCxnSpPr>
          <p:nvPr/>
        </p:nvCxnSpPr>
        <p:spPr>
          <a:xfrm flipV="1">
            <a:off x="2945130" y="1925320"/>
            <a:ext cx="976630" cy="48450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9" idx="3"/>
            <a:endCxn id="33" idx="2"/>
          </p:cNvCxnSpPr>
          <p:nvPr>
            <p:custDataLst>
              <p:tags r:id="rId10"/>
            </p:custDataLst>
          </p:nvPr>
        </p:nvCxnSpPr>
        <p:spPr>
          <a:xfrm flipV="1">
            <a:off x="3083560" y="1925320"/>
            <a:ext cx="838200" cy="145986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3290570" y="1598930"/>
            <a:ext cx="405130" cy="941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找到了</a:t>
            </a:r>
            <a:endParaRPr lang="zh-CN" altLang="en-US"/>
          </a:p>
        </p:txBody>
      </p:sp>
      <p:cxnSp>
        <p:nvCxnSpPr>
          <p:cNvPr id="38" name="Elbow Connector 37"/>
          <p:cNvCxnSpPr>
            <a:stCxn id="20" idx="0"/>
            <a:endCxn id="33" idx="6"/>
          </p:cNvCxnSpPr>
          <p:nvPr/>
        </p:nvCxnSpPr>
        <p:spPr>
          <a:xfrm rot="16200000" flipV="1">
            <a:off x="7362825" y="1140460"/>
            <a:ext cx="615315" cy="21844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Text Box 38"/>
          <p:cNvSpPr txBox="1"/>
          <p:nvPr>
            <p:custDataLst>
              <p:tags r:id="rId11"/>
            </p:custDataLst>
          </p:nvPr>
        </p:nvSpPr>
        <p:spPr>
          <a:xfrm>
            <a:off x="7686040" y="1584325"/>
            <a:ext cx="993775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找到了</a:t>
            </a:r>
            <a:endParaRPr lang="zh-CN" altLang="en-US"/>
          </a:p>
        </p:txBody>
      </p:sp>
      <p:cxnSp>
        <p:nvCxnSpPr>
          <p:cNvPr id="40" name="Straight Arrow Connector 39"/>
          <p:cNvCxnSpPr/>
          <p:nvPr>
            <p:custDataLst>
              <p:tags r:id="rId12"/>
            </p:custDataLst>
          </p:nvPr>
        </p:nvCxnSpPr>
        <p:spPr>
          <a:xfrm>
            <a:off x="8763000" y="5199380"/>
            <a:ext cx="0" cy="850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Text Box 40"/>
          <p:cNvSpPr txBox="1"/>
          <p:nvPr/>
        </p:nvSpPr>
        <p:spPr>
          <a:xfrm>
            <a:off x="7577455" y="5426075"/>
            <a:ext cx="2370455" cy="344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没找到上述</a:t>
            </a:r>
            <a:r>
              <a:rPr lang="zh-CN" altLang="en-US"/>
              <a:t>成员变量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WPS Presentation</Application>
  <PresentationFormat>宽屏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chenbin</cp:lastModifiedBy>
  <cp:revision>11</cp:revision>
  <dcterms:created xsi:type="dcterms:W3CDTF">2024-02-05T01:41:53Z</dcterms:created>
  <dcterms:modified xsi:type="dcterms:W3CDTF">2024-02-05T01:41:53Z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1033-6.4.0.8550</vt:lpwstr>
  </property>
  <property fmtid="{D5CDD505-2E9C-101B-9397-08002B2CF9AE}" pid="3" name="ICV">
    <vt:lpwstr>57B88E4575532F907A35C065BE00C202_41</vt:lpwstr>
  </property>
</Properties>
</file>